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5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18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Shown last time. Keep brief. Everything below is new since then.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FMs collapse as overlap-&gt;0, doorway-excepted. Alt image: results/overlap_probe/viz/*_panovggt.png.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image: results/distance/distance_0025.png.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pivot: render is coherent -&gt; the real problem is pose, not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row crowded; empty cell = multi-room reconstructive completion from one pano per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endgame. Everything above is occupied; this exact intersection is open and is the paper. Connectivity/pose (our done work) is the enabler under estimated 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Recap — connectivity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789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Cross-view door embedding → global door assignment → room-connectivity graph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AP 0.913 (GT doors) / 0.842 (detected doors)  —  197 homes, random ≈ 0.31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Which-side flip from appearance ≈ chance (0.45)  →  a genuine ambiguity, needs metric anchors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models need overlap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overlap_probe: our gauge-robust pose benchmark, dense vs sparse (one pano / room)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PanoVGGT:  dense 5.7° / ATE 0.105  →  sparse 23.9° / 0.271  (rotation ~4× worse)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Within-scene:  same-room 1.7°  →  adjacent/doorway 6.9°  →  far 17.2°  (doorway pairs survive)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Argus: rig-coupled geometry, did not transfer to ZInD (reported as a null result)</a:t>
            </a:r>
            <a:endParaRPr lang="en-US" sz="1900" dirty="0"/>
          </a:p>
        </p:txBody>
      </p:sp>
      <p:pic>
        <p:nvPicPr>
          <p:cNvPr id="4" name="Image 0" descr="probe_dv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611880"/>
            <a:ext cx="7772400" cy="2688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06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the metric-pose lever 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521334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Camera→door distance (20 homes, median error):</a:t>
            </a:r>
            <a:endParaRPr lang="en-US" sz="2000" dirty="0"/>
          </a:p>
          <a:p>
            <a:pPr marL="685800" lvl="1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 depth 0.69 m   ·   PaGeR depth 0.93 m   ·   depth-free door geometry 0.61 m</a:t>
            </a:r>
            <a:endParaRPr lang="en-US" sz="2000" dirty="0"/>
          </a:p>
          <a:p>
            <a:pPr marL="685800" lvl="1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 looks sharper but is not better for metric distance — the data corrected the intuition</a:t>
            </a:r>
            <a:endParaRPr lang="en-US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9A9DD1-8F52-82FD-7992-3DF6C2B7C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6" y="4362448"/>
            <a:ext cx="3948434" cy="197421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32D39A3-B0ED-C209-8B6A-C5712003B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232" y="4362449"/>
            <a:ext cx="3948434" cy="197421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3D431D5-86C1-F54D-A959-1685AEBA1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666" y="4362449"/>
            <a:ext cx="3948434" cy="1974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3D from one pano per room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Gaussians at GT poses → render through the doorway → measure disocclusion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Disocclusion is low (~2–10%); the renders are coherent and complete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point sparsity, not missing geometry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under correct poses, coverage is NOT the bottleneck — POSE / alignment is</a:t>
            </a:r>
            <a:endParaRPr lang="en-US" sz="1900" dirty="0"/>
          </a:p>
        </p:txBody>
      </p:sp>
      <p:pic>
        <p:nvPicPr>
          <p:cNvPr id="4" name="Image 0" descr="step0_no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94560"/>
            <a:ext cx="4480560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through-door novel view (room 0053)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the white space is</a:t>
            </a:r>
            <a:endParaRPr lang="en-US" sz="4000" dirty="0"/>
          </a:p>
        </p:txBody>
      </p:sp>
      <p:pic>
        <p:nvPicPr>
          <p:cNvPr id="3" name="Image 0" descr="landscap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25880"/>
            <a:ext cx="90525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White-space verdict — the goal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/ 2D layout  @ near-zero overlap  —  occupied (Extreme SfM, us). Crowded, small deltas.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 @ dense / overlap  —  occupied (PanoVGGT, IM360, NoPoSplat). Not our regime.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completion  @ single room  —  occupied (Pano2Room, PanoImager). Not novel alone.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whole-house  @ from floorplan  —  occupied (PanoWorld). Generative, not reconstructive.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79392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The goal — the defensible cell: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Reconstructive, generative, MULTI-ROOM 3D floor from one pano per room, at near-zero overlap, conditioned on connectivity, under ESTIMATED poses  →  EMPTY.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Breitbild</PresentationFormat>
  <Paragraphs>39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Matthias Kohn</cp:lastModifiedBy>
  <cp:revision>2</cp:revision>
  <dcterms:created xsi:type="dcterms:W3CDTF">2026-07-23T07:48:32Z</dcterms:created>
  <dcterms:modified xsi:type="dcterms:W3CDTF">2026-07-23T07:59:18Z</dcterms:modified>
</cp:coreProperties>
</file>